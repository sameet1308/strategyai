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StrategyAI — AWS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45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MSTR admin workflows · v1: Subscriptions + Cube Ops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283464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2834640"/>
            <a:ext cx="137160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980944"/>
            <a:ext cx="438912" cy="182880"/>
          </a:xfrm>
          <a:prstGeom prst="rect">
            <a:avLst/>
          </a:prstGeom>
          <a:solidFill>
            <a:srgbClr val="2E7D32">
              <a:alpha val="15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80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&amp; Architects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 admins execute workflows via chat UI.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44348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1320" y="822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ENVIRONMENT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61320" y="283464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61320" y="2834640"/>
            <a:ext cx="13716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2980944"/>
            <a:ext cx="438912" cy="182880"/>
          </a:xfrm>
          <a:prstGeom prst="rect">
            <a:avLst/>
          </a:prstGeom>
          <a:solidFill>
            <a:srgbClr val="C0392B">
              <a:alpha val="15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0" y="2980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652760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MicroStrategy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(Strategy) Env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52760" y="3246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 deployment (on-prem / AWS / Azure).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surface.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744200" y="44348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4420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(v2)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914400"/>
            <a:ext cx="8686800" cy="5623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914400"/>
            <a:ext cx="86868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 ·  us-east-1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9144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Private subnets (multi-AZ) · NAT + IGW for egress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1124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FRONTEND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1371600"/>
            <a:ext cx="160934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74520" y="1371600"/>
            <a:ext cx="1609344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1517904"/>
            <a:ext cx="438912" cy="182880"/>
          </a:xfrm>
          <a:prstGeom prst="rect">
            <a:avLst/>
          </a:prstGeom>
          <a:solidFill>
            <a:srgbClr val="4472C4">
              <a:alpha val="15000"/>
            </a:srgbClr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15179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965960" y="15087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65960" y="17830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 domain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1371600"/>
            <a:ext cx="160934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66160" y="1371600"/>
            <a:ext cx="1609344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2584" y="1517904"/>
            <a:ext cx="438912" cy="182880"/>
          </a:xfrm>
          <a:prstGeom prst="rect">
            <a:avLst/>
          </a:prstGeom>
          <a:solidFill>
            <a:srgbClr val="4472C4">
              <a:alpha val="15000"/>
            </a:srgbClr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15179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0" y="15087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17830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· global edge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for static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1371600"/>
            <a:ext cx="160934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57800" y="1371600"/>
            <a:ext cx="1609344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1517904"/>
            <a:ext cx="438912" cy="182880"/>
          </a:xfrm>
          <a:prstGeom prst="rect">
            <a:avLst/>
          </a:prstGeom>
          <a:solidFill>
            <a:srgbClr val="4472C4">
              <a:alpha val="15000"/>
            </a:srgbClr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15179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9240" y="15087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17830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949440" y="1371600"/>
            <a:ext cx="160934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1371600"/>
            <a:ext cx="1609344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55864" y="1517904"/>
            <a:ext cx="438912" cy="182880"/>
          </a:xfrm>
          <a:prstGeom prst="rect">
            <a:avLst/>
          </a:prstGeom>
          <a:solidFill>
            <a:srgbClr val="4472C4">
              <a:alpha val="15000"/>
            </a:srgbClr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55864" y="15179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040880" y="15087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(static)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40880" y="17830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641080" y="1371600"/>
            <a:ext cx="160934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641080" y="1371600"/>
            <a:ext cx="1609344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47504" y="1517904"/>
            <a:ext cx="438912" cy="182880"/>
          </a:xfrm>
          <a:prstGeom prst="rect">
            <a:avLst/>
          </a:prstGeom>
          <a:solidFill>
            <a:srgbClr val="4472C4">
              <a:alpha val="15000"/>
            </a:srgbClr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47504" y="15179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732520" y="15087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732520" y="17830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(SAML / OIDC)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874520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AI AGENT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74520" y="2697480"/>
            <a:ext cx="160934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874520" y="2697480"/>
            <a:ext cx="1609344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80944" y="2843784"/>
            <a:ext cx="438912" cy="182880"/>
          </a:xfrm>
          <a:prstGeom prst="rect">
            <a:avLst/>
          </a:prstGeom>
          <a:solidFill>
            <a:srgbClr val="1C7293">
              <a:alpha val="1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80944" y="28437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965960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965960" y="31089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ingress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Fargate service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566160" y="2697480"/>
            <a:ext cx="34747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566160" y="2697480"/>
            <a:ext cx="347472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37960" y="2843784"/>
            <a:ext cx="438912" cy="182880"/>
          </a:xfrm>
          <a:prstGeom prst="rect">
            <a:avLst/>
          </a:prstGeom>
          <a:solidFill>
            <a:srgbClr val="FF9900">
              <a:alpha val="15000"/>
            </a:srgbClr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28437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65760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 —  Python FastAPI Backend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657600" y="31089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· LLM orchestration · workflow executors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ops  ·  Cube ops  (v1 scope)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132320" y="2697480"/>
            <a:ext cx="3154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132320" y="2697480"/>
            <a:ext cx="315468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84080" y="2843784"/>
            <a:ext cx="438912" cy="182880"/>
          </a:xfrm>
          <a:prstGeom prst="rect">
            <a:avLst/>
          </a:prstGeom>
          <a:solidFill>
            <a:srgbClr val="FF9900">
              <a:alpha val="15000"/>
            </a:srgbClr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784080" y="28437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223760" y="2834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 —  Claude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2237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tool-calling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backend tools with typed args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confirm layer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874520" y="3776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SECRETS &amp; OPS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874520" y="4023360"/>
            <a:ext cx="20299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874520" y="4023360"/>
            <a:ext cx="2029968" cy="9144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01568" y="4169664"/>
            <a:ext cx="438912" cy="182880"/>
          </a:xfrm>
          <a:prstGeom prst="rect">
            <a:avLst/>
          </a:prstGeom>
          <a:solidFill>
            <a:srgbClr val="5D6D7E">
              <a:alpha val="15000"/>
            </a:srgbClr>
          </a:solidFill>
          <a:ln w="6350">
            <a:solidFill>
              <a:srgbClr val="5D6D7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01568" y="4169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65960" y="41605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(Postgres)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965960" y="443484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· workflow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· app config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995928" y="4023360"/>
            <a:ext cx="20299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995928" y="4023360"/>
            <a:ext cx="2029968" cy="9144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22976" y="4169664"/>
            <a:ext cx="438912" cy="182880"/>
          </a:xfrm>
          <a:prstGeom prst="rect">
            <a:avLst/>
          </a:prstGeom>
          <a:solidFill>
            <a:srgbClr val="5D6D7E">
              <a:alpha val="15000"/>
            </a:srgbClr>
          </a:solidFill>
          <a:ln w="6350">
            <a:solidFill>
              <a:srgbClr val="5D6D7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22976" y="4169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087368" y="41605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087368" y="443484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17336" y="4023360"/>
            <a:ext cx="20299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6117336" y="4023360"/>
            <a:ext cx="2029968" cy="9144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44384" y="4169664"/>
            <a:ext cx="438912" cy="182880"/>
          </a:xfrm>
          <a:prstGeom prst="rect">
            <a:avLst/>
          </a:prstGeom>
          <a:solidFill>
            <a:srgbClr val="5D6D7E">
              <a:alpha val="15000"/>
            </a:srgbClr>
          </a:solidFill>
          <a:ln w="6350">
            <a:solidFill>
              <a:srgbClr val="5D6D7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644384" y="4169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6208776" y="41605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208776" y="443484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MSTR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KMS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238744" y="4023360"/>
            <a:ext cx="20299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238744" y="4023360"/>
            <a:ext cx="2029968" cy="9144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65792" y="4169664"/>
            <a:ext cx="438912" cy="182880"/>
          </a:xfrm>
          <a:prstGeom prst="rect">
            <a:avLst/>
          </a:prstGeom>
          <a:solidFill>
            <a:srgbClr val="5D6D7E">
              <a:alpha val="15000"/>
            </a:srgbClr>
          </a:solidFill>
          <a:ln w="6350">
            <a:solidFill>
              <a:srgbClr val="5D6D7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765792" y="4169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330184" y="41605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330184" y="443484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metrics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· dashboards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traces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874520" y="53949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11680" y="53949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TO CUSTOMER MSTR   </a:t>
            </a:r>
            <a:pPr indent="0" marL="0">
              <a:buNone/>
            </a:pPr>
            <a:r>
              <a:rPr lang="en-US" sz="1000" dirty="0">
                <a:solidFill>
                  <a:srgbClr val="1E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 →  HTTPS over public internet  ·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 / PrivateLink 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private customer networks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600200" y="3566160"/>
            <a:ext cx="196596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05" name="Text 103"/>
          <p:cNvSpPr/>
          <p:nvPr/>
        </p:nvSpPr>
        <p:spPr>
          <a:xfrm>
            <a:off x="1618488" y="329184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370832" y="2331720"/>
            <a:ext cx="0" cy="36576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3483864" y="3246120"/>
            <a:ext cx="8229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040880" y="3246120"/>
            <a:ext cx="91440" cy="0"/>
          </a:xfrm>
          <a:prstGeom prst="line">
            <a:avLst/>
          </a:prstGeom>
          <a:noFill/>
          <a:ln w="28575">
            <a:solidFill>
              <a:srgbClr val="FF9900"/>
            </a:solidFill>
            <a:prstDash val="solid"/>
            <a:headEnd type="triangle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5303520" y="3794760"/>
            <a:ext cx="0" cy="228600"/>
          </a:xfrm>
          <a:prstGeom prst="line">
            <a:avLst/>
          </a:prstGeom>
          <a:noFill/>
          <a:ln w="15875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6583680" y="3794760"/>
            <a:ext cx="0" cy="1600200"/>
          </a:xfrm>
          <a:prstGeom prst="line">
            <a:avLst/>
          </a:prstGeom>
          <a:noFill/>
          <a:ln w="15875">
            <a:solidFill>
              <a:srgbClr val="FF9900"/>
            </a:solidFill>
            <a:prstDash val="dash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0424160" y="5806440"/>
            <a:ext cx="137160" cy="-22402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10424160" y="5029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600200" y="2926080"/>
            <a:ext cx="704088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  <a:headEnd type="triangle"/>
            <a:tailEnd type="triangle"/>
          </a:ln>
        </p:spPr>
      </p:sp>
      <p:sp>
        <p:nvSpPr>
          <p:cNvPr id="114" name="Text 112"/>
          <p:cNvSpPr/>
          <p:nvPr/>
        </p:nvSpPr>
        <p:spPr>
          <a:xfrm>
            <a:off x="1618488" y="2697480"/>
            <a:ext cx="7022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74320" y="6565392"/>
            <a:ext cx="1161288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FLOWS:  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traffic   ·   </a:t>
            </a:r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edge   ·   </a:t>
            </a:r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egress   ·   </a:t>
            </a:r>
            <a:pPr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  ·   </a:t>
            </a:r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MSTR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StrategyAI — AWS Architecture</dc:title>
  <dc:subject>PptxGenJS Presentation</dc:subject>
  <dc:creator>StrategyAI</dc:creator>
  <cp:lastModifiedBy>StrategyAI</cp:lastModifiedBy>
  <cp:revision>1</cp:revision>
  <dcterms:created xsi:type="dcterms:W3CDTF">2026-04-21T21:14:23Z</dcterms:created>
  <dcterms:modified xsi:type="dcterms:W3CDTF">2026-04-21T21:14:23Z</dcterms:modified>
</cp:coreProperties>
</file>